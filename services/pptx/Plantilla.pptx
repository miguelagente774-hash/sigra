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Sz cx="9144000" cy="6858000" type="screen4x3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310" y="7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3" d="100"/>
          <a:sy n="53" d="100"/>
        </p:scale>
        <p:origin x="2648" y="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1"/>
          <p:cNvSpPr>
            <a:spLocks noGrp="1"/>
          </p:cNvSpPr>
          <p:nvPr>
            <p:ph type="pic" sz="quarter" idx="10"/>
          </p:nvPr>
        </p:nvSpPr>
        <p:spPr>
          <a:xfrm>
            <a:off x="862401" y="1002091"/>
            <a:ext cx="3548732" cy="2627126"/>
          </a:xfrm>
          <a:prstGeom prst="rect">
            <a:avLst/>
          </a:prstGeom>
        </p:spPr>
      </p:sp>
      <p:sp>
        <p:nvSpPr>
          <p:cNvPr id="5" name="Marcador de posición de imagen 4"/>
          <p:cNvSpPr>
            <a:spLocks noGrp="1"/>
          </p:cNvSpPr>
          <p:nvPr>
            <p:ph type="pic" sz="quarter" idx="11"/>
          </p:nvPr>
        </p:nvSpPr>
        <p:spPr>
          <a:xfrm>
            <a:off x="4758268" y="1002092"/>
            <a:ext cx="3560980" cy="2627125"/>
          </a:xfrm>
          <a:prstGeom prst="rect">
            <a:avLst/>
          </a:prstGeom>
        </p:spPr>
        <p:txBody>
          <a:bodyPr/>
          <a:lstStyle/>
          <a:p>
            <a:endParaRPr lang="es-VE"/>
          </a:p>
        </p:txBody>
      </p:sp>
      <p:sp>
        <p:nvSpPr>
          <p:cNvPr id="7" name="Marcador de texto 6"/>
          <p:cNvSpPr>
            <a:spLocks noGrp="1"/>
          </p:cNvSpPr>
          <p:nvPr>
            <p:ph type="body" sz="quarter" idx="12"/>
          </p:nvPr>
        </p:nvSpPr>
        <p:spPr>
          <a:xfrm>
            <a:off x="1146333" y="5082988"/>
            <a:ext cx="6851334" cy="80617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es-VE" dirty="0"/>
          </a:p>
        </p:txBody>
      </p:sp>
      <p:pic>
        <p:nvPicPr>
          <p:cNvPr id="6" name="Imagen 5"/>
          <p:cNvPicPr>
            <a:picLocks noChangeAspect="1"/>
          </p:cNvPicPr>
          <p:nvPr userDrawn="1"/>
        </p:nvPicPr>
        <p:blipFill>
          <a:blip r:embed="rId2"/>
          <a:srcRect l="4218" t="35968" r="11201" b="30665"/>
          <a:stretch/>
        </p:blipFill>
        <p:spPr>
          <a:xfrm>
            <a:off x="323961" y="98307"/>
            <a:ext cx="1076880" cy="4248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Box 35"/>
          <p:cNvSpPr txBox="1"/>
          <p:nvPr userDrawn="1"/>
        </p:nvSpPr>
        <p:spPr>
          <a:xfrm>
            <a:off x="1" y="4108178"/>
            <a:ext cx="9143999" cy="40706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45000">
                <a:srgbClr val="72C3EE"/>
              </a:gs>
              <a:gs pos="98000">
                <a:schemeClr val="bg1"/>
              </a:gs>
            </a:gsLst>
            <a:lin ang="0" scaled="1"/>
            <a:tileRect/>
          </a:gradFill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s-VE" altLang="zh-CN" sz="20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BREVE DESCRIPCIÓN</a:t>
            </a:r>
          </a:p>
        </p:txBody>
      </p:sp>
    </p:spTree>
    <p:extLst>
      <p:ext uri="{BB962C8B-B14F-4D97-AF65-F5344CB8AC3E}">
        <p14:creationId xmlns:p14="http://schemas.microsoft.com/office/powerpoint/2010/main" val="3413554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_da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 userDrawn="1"/>
        </p:nvPicPr>
        <p:blipFill>
          <a:blip r:embed="rId2"/>
          <a:srcRect l="4218" t="35968" r="11201" b="30665"/>
          <a:stretch/>
        </p:blipFill>
        <p:spPr>
          <a:xfrm>
            <a:off x="323961" y="98307"/>
            <a:ext cx="1076880" cy="4248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18359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rmes_por_m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 userDrawn="1"/>
        </p:nvPicPr>
        <p:blipFill>
          <a:blip r:embed="rId2"/>
          <a:srcRect l="4218" t="35968" r="11201" b="30665"/>
          <a:stretch/>
        </p:blipFill>
        <p:spPr>
          <a:xfrm>
            <a:off x="323961" y="98307"/>
            <a:ext cx="1076880" cy="4248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4108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_resu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 userDrawn="1"/>
        </p:nvPicPr>
        <p:blipFill>
          <a:blip r:embed="rId2"/>
          <a:srcRect l="4218" t="35968" r="11201" b="30665"/>
          <a:stretch/>
        </p:blipFill>
        <p:spPr>
          <a:xfrm>
            <a:off x="323961" y="98307"/>
            <a:ext cx="1076880" cy="4248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95655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gar_acttivida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 userDrawn="1"/>
        </p:nvSpPr>
        <p:spPr>
          <a:xfrm>
            <a:off x="1558269" y="3058998"/>
            <a:ext cx="6027463" cy="740004"/>
          </a:xfrm>
          <a:prstGeom prst="rect">
            <a:avLst/>
          </a:prstGeom>
          <a:gradFill>
            <a:gsLst>
              <a:gs pos="0">
                <a:srgbClr val="72C3EE"/>
              </a:gs>
              <a:gs pos="53000">
                <a:srgbClr val="72C3EE"/>
              </a:gs>
              <a:gs pos="98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sz="2800" b="1" dirty="0">
                <a:latin typeface="Arial" panose="020B0604020202020204" pitchFamily="34" charset="0"/>
                <a:cs typeface="Arial" panose="020B0604020202020204" pitchFamily="34" charset="0"/>
              </a:rPr>
              <a:t>REFERENCIA FOTOGRÁFICA.</a:t>
            </a:r>
            <a:endParaRPr lang="es-E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4209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ción de imagen 5"/>
          <p:cNvSpPr>
            <a:spLocks noGrp="1"/>
          </p:cNvSpPr>
          <p:nvPr>
            <p:ph type="pic" sz="quarter" idx="12"/>
          </p:nvPr>
        </p:nvSpPr>
        <p:spPr>
          <a:xfrm>
            <a:off x="2839403" y="419857"/>
            <a:ext cx="3419475" cy="1473200"/>
          </a:xfrm>
          <a:prstGeom prst="rect">
            <a:avLst/>
          </a:prstGeom>
        </p:spPr>
        <p:txBody>
          <a:bodyPr/>
          <a:lstStyle/>
          <a:p>
            <a:endParaRPr lang="es-VE"/>
          </a:p>
        </p:txBody>
      </p:sp>
      <p:sp>
        <p:nvSpPr>
          <p:cNvPr id="4" name="Marcador de texto 9"/>
          <p:cNvSpPr>
            <a:spLocks noGrp="1"/>
          </p:cNvSpPr>
          <p:nvPr>
            <p:ph type="body" sz="quarter" idx="13"/>
          </p:nvPr>
        </p:nvSpPr>
        <p:spPr>
          <a:xfrm>
            <a:off x="-3" y="1960390"/>
            <a:ext cx="9125209" cy="9536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s-VE" dirty="0"/>
          </a:p>
        </p:txBody>
      </p:sp>
      <p:sp>
        <p:nvSpPr>
          <p:cNvPr id="6" name="Marcador de texto 12"/>
          <p:cNvSpPr>
            <a:spLocks noGrp="1"/>
          </p:cNvSpPr>
          <p:nvPr>
            <p:ph type="body" sz="quarter" idx="14"/>
          </p:nvPr>
        </p:nvSpPr>
        <p:spPr>
          <a:xfrm>
            <a:off x="2401887" y="3072938"/>
            <a:ext cx="4340225" cy="390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s-VE" dirty="0"/>
          </a:p>
        </p:txBody>
      </p:sp>
      <p:sp>
        <p:nvSpPr>
          <p:cNvPr id="7" name="Marcador de texto 8"/>
          <p:cNvSpPr>
            <a:spLocks noGrp="1"/>
          </p:cNvSpPr>
          <p:nvPr>
            <p:ph type="body" sz="quarter" idx="10"/>
          </p:nvPr>
        </p:nvSpPr>
        <p:spPr>
          <a:xfrm>
            <a:off x="-2" y="3662831"/>
            <a:ext cx="9125209" cy="5083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s-VE" dirty="0"/>
          </a:p>
        </p:txBody>
      </p:sp>
      <p:sp>
        <p:nvSpPr>
          <p:cNvPr id="8" name="Marcador de texto 14"/>
          <p:cNvSpPr>
            <a:spLocks noGrp="1"/>
          </p:cNvSpPr>
          <p:nvPr>
            <p:ph type="body" sz="quarter" idx="15"/>
          </p:nvPr>
        </p:nvSpPr>
        <p:spPr>
          <a:xfrm>
            <a:off x="2885120" y="4438366"/>
            <a:ext cx="3373758" cy="371331"/>
          </a:xfrm>
          <a:prstGeom prst="rect">
            <a:avLst/>
          </a:prstGeom>
        </p:spPr>
        <p:txBody>
          <a:bodyPr/>
          <a:lstStyle/>
          <a:p>
            <a:pPr lvl="0"/>
            <a:endParaRPr lang="es-VE" dirty="0"/>
          </a:p>
        </p:txBody>
      </p:sp>
      <p:sp>
        <p:nvSpPr>
          <p:cNvPr id="9" name="Marcador de texto 10"/>
          <p:cNvSpPr>
            <a:spLocks noGrp="1"/>
          </p:cNvSpPr>
          <p:nvPr>
            <p:ph type="body" sz="quarter" idx="11"/>
          </p:nvPr>
        </p:nvSpPr>
        <p:spPr>
          <a:xfrm>
            <a:off x="1" y="5057727"/>
            <a:ext cx="9143999" cy="323383"/>
          </a:xfrm>
          <a:prstGeom prst="rect">
            <a:avLst/>
          </a:prstGeom>
        </p:spPr>
        <p:txBody>
          <a:bodyPr/>
          <a:lstStyle>
            <a:lvl2pPr algn="ctr">
              <a:defRPr/>
            </a:lvl2pPr>
            <a:lvl3pPr marL="914400" indent="0">
              <a:buNone/>
              <a:defRPr/>
            </a:lvl3pPr>
          </a:lstStyle>
          <a:p>
            <a:pPr lvl="2"/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3602219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posición de imagen 5"/>
          <p:cNvSpPr>
            <a:spLocks noGrp="1"/>
          </p:cNvSpPr>
          <p:nvPr>
            <p:ph type="pic" sz="quarter" idx="12"/>
          </p:nvPr>
        </p:nvSpPr>
        <p:spPr>
          <a:xfrm>
            <a:off x="2848795" y="733836"/>
            <a:ext cx="3419475" cy="1473200"/>
          </a:xfrm>
          <a:prstGeom prst="rect">
            <a:avLst/>
          </a:prstGeom>
        </p:spPr>
        <p:txBody>
          <a:bodyPr/>
          <a:lstStyle/>
          <a:p>
            <a:endParaRPr lang="es-VE"/>
          </a:p>
        </p:txBody>
      </p:sp>
      <p:sp>
        <p:nvSpPr>
          <p:cNvPr id="11" name="Marcador de texto 9"/>
          <p:cNvSpPr>
            <a:spLocks noGrp="1"/>
          </p:cNvSpPr>
          <p:nvPr>
            <p:ph type="body" sz="quarter" idx="13"/>
          </p:nvPr>
        </p:nvSpPr>
        <p:spPr>
          <a:xfrm>
            <a:off x="-13466" y="2430110"/>
            <a:ext cx="9143999" cy="8266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s-VE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4"/>
          </p:nvPr>
        </p:nvSpPr>
        <p:spPr>
          <a:xfrm>
            <a:off x="1219200" y="3133289"/>
            <a:ext cx="6934200" cy="1447800"/>
          </a:xfrm>
          <a:prstGeom prst="rect">
            <a:avLst/>
          </a:prstGeom>
        </p:spPr>
        <p:txBody>
          <a:bodyPr/>
          <a:lstStyle>
            <a:lvl4pPr marL="1371600" indent="0">
              <a:buNone/>
              <a:defRPr/>
            </a:lvl4pPr>
          </a:lstStyle>
          <a:p>
            <a:pPr lvl="3"/>
            <a:endParaRPr lang="es-VE" dirty="0"/>
          </a:p>
        </p:txBody>
      </p:sp>
      <p:sp>
        <p:nvSpPr>
          <p:cNvPr id="13" name="Marcador de texto 14"/>
          <p:cNvSpPr>
            <a:spLocks noGrp="1"/>
          </p:cNvSpPr>
          <p:nvPr>
            <p:ph type="body" sz="quarter" idx="15"/>
          </p:nvPr>
        </p:nvSpPr>
        <p:spPr>
          <a:xfrm>
            <a:off x="2999421" y="4734602"/>
            <a:ext cx="3373758" cy="371331"/>
          </a:xfrm>
          <a:prstGeom prst="rect">
            <a:avLst/>
          </a:prstGeom>
        </p:spPr>
        <p:txBody>
          <a:bodyPr/>
          <a:lstStyle/>
          <a:p>
            <a:pPr lvl="0"/>
            <a:endParaRPr lang="es-VE" dirty="0"/>
          </a:p>
        </p:txBody>
      </p:sp>
      <p:sp>
        <p:nvSpPr>
          <p:cNvPr id="16" name="Marcador de texto 10"/>
          <p:cNvSpPr>
            <a:spLocks noGrp="1"/>
          </p:cNvSpPr>
          <p:nvPr>
            <p:ph type="body" sz="quarter" idx="11"/>
          </p:nvPr>
        </p:nvSpPr>
        <p:spPr>
          <a:xfrm>
            <a:off x="1" y="5284268"/>
            <a:ext cx="9143999" cy="323383"/>
          </a:xfrm>
          <a:prstGeom prst="rect">
            <a:avLst/>
          </a:prstGeom>
        </p:spPr>
        <p:txBody>
          <a:bodyPr/>
          <a:lstStyle>
            <a:lvl2pPr algn="ctr">
              <a:defRPr/>
            </a:lvl2pPr>
            <a:lvl3pPr marL="914400" indent="0">
              <a:buNone/>
              <a:defRPr/>
            </a:lvl3pPr>
          </a:lstStyle>
          <a:p>
            <a:pPr lvl="2"/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3904591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emf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emf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0" y="6451604"/>
            <a:ext cx="9144000" cy="421646"/>
          </a:xfrm>
          <a:prstGeom prst="rect">
            <a:avLst/>
          </a:prstGeom>
        </p:spPr>
      </p:pic>
      <p:sp>
        <p:nvSpPr>
          <p:cNvPr id="8" name="Freeform 14"/>
          <p:cNvSpPr/>
          <p:nvPr/>
        </p:nvSpPr>
        <p:spPr bwMode="auto">
          <a:xfrm>
            <a:off x="8290891" y="5618869"/>
            <a:ext cx="723193" cy="723193"/>
          </a:xfrm>
          <a:custGeom>
            <a:avLst/>
            <a:gdLst/>
            <a:ahLst/>
            <a:cxnLst/>
            <a:rect l="l" t="t" r="r" b="b"/>
            <a:pathLst>
              <a:path w="1320" h="1320">
                <a:moveTo>
                  <a:pt x="618" y="24"/>
                </a:moveTo>
                <a:cubicBezTo>
                  <a:pt x="641" y="0"/>
                  <a:pt x="679" y="0"/>
                  <a:pt x="703" y="24"/>
                </a:cubicBezTo>
                <a:cubicBezTo>
                  <a:pt x="1297" y="618"/>
                  <a:pt x="1297" y="618"/>
                  <a:pt x="1297" y="618"/>
                </a:cubicBezTo>
                <a:cubicBezTo>
                  <a:pt x="1320" y="641"/>
                  <a:pt x="1320" y="679"/>
                  <a:pt x="1297" y="702"/>
                </a:cubicBezTo>
                <a:cubicBezTo>
                  <a:pt x="703" y="1296"/>
                  <a:pt x="703" y="1296"/>
                  <a:pt x="703" y="1296"/>
                </a:cubicBezTo>
                <a:cubicBezTo>
                  <a:pt x="679" y="1320"/>
                  <a:pt x="641" y="1320"/>
                  <a:pt x="618" y="1296"/>
                </a:cubicBezTo>
                <a:cubicBezTo>
                  <a:pt x="24" y="702"/>
                  <a:pt x="24" y="702"/>
                  <a:pt x="24" y="702"/>
                </a:cubicBezTo>
                <a:cubicBezTo>
                  <a:pt x="0" y="679"/>
                  <a:pt x="0" y="641"/>
                  <a:pt x="24" y="618"/>
                </a:cubicBezTo>
                <a:lnTo>
                  <a:pt x="618" y="24"/>
                </a:lnTo>
                <a:close/>
              </a:path>
            </a:pathLst>
          </a:custGeom>
          <a:solidFill>
            <a:srgbClr val="1278BB"/>
          </a:solidFill>
          <a:ln>
            <a:noFill/>
          </a:ln>
        </p:spPr>
        <p:txBody>
          <a:bodyPr vert="horz" wrap="square" lIns="91440" tIns="45720" rIns="91440" bIns="45720" anchor="t">
            <a:prstTxWarp prst="textNoShape">
              <a:avLst/>
            </a:prstTxWarp>
          </a:bodyPr>
          <a:lstStyle/>
          <a:p>
            <a:endParaRPr lang="zh-CN" altLang="en-US" sz="1800"/>
          </a:p>
        </p:txBody>
      </p:sp>
      <p:sp>
        <p:nvSpPr>
          <p:cNvPr id="9" name="Freeform 14"/>
          <p:cNvSpPr/>
          <p:nvPr/>
        </p:nvSpPr>
        <p:spPr bwMode="auto">
          <a:xfrm>
            <a:off x="8652488" y="587453"/>
            <a:ext cx="441511" cy="441511"/>
          </a:xfrm>
          <a:custGeom>
            <a:avLst/>
            <a:gdLst/>
            <a:ahLst/>
            <a:cxnLst/>
            <a:rect l="l" t="t" r="r" b="b"/>
            <a:pathLst>
              <a:path w="1320" h="1320">
                <a:moveTo>
                  <a:pt x="618" y="24"/>
                </a:moveTo>
                <a:cubicBezTo>
                  <a:pt x="641" y="0"/>
                  <a:pt x="679" y="0"/>
                  <a:pt x="703" y="24"/>
                </a:cubicBezTo>
                <a:cubicBezTo>
                  <a:pt x="1297" y="618"/>
                  <a:pt x="1297" y="618"/>
                  <a:pt x="1297" y="618"/>
                </a:cubicBezTo>
                <a:cubicBezTo>
                  <a:pt x="1320" y="641"/>
                  <a:pt x="1320" y="679"/>
                  <a:pt x="1297" y="702"/>
                </a:cubicBezTo>
                <a:cubicBezTo>
                  <a:pt x="703" y="1296"/>
                  <a:pt x="703" y="1296"/>
                  <a:pt x="703" y="1296"/>
                </a:cubicBezTo>
                <a:cubicBezTo>
                  <a:pt x="679" y="1320"/>
                  <a:pt x="641" y="1320"/>
                  <a:pt x="618" y="1296"/>
                </a:cubicBezTo>
                <a:cubicBezTo>
                  <a:pt x="24" y="702"/>
                  <a:pt x="24" y="702"/>
                  <a:pt x="24" y="702"/>
                </a:cubicBezTo>
                <a:cubicBezTo>
                  <a:pt x="0" y="679"/>
                  <a:pt x="0" y="641"/>
                  <a:pt x="24" y="618"/>
                </a:cubicBezTo>
                <a:lnTo>
                  <a:pt x="618" y="24"/>
                </a:lnTo>
                <a:close/>
              </a:path>
            </a:pathLst>
          </a:custGeom>
          <a:solidFill>
            <a:srgbClr val="EEE71C"/>
          </a:solidFill>
          <a:ln>
            <a:noFill/>
          </a:ln>
        </p:spPr>
        <p:txBody>
          <a:bodyPr vert="horz" wrap="square" lIns="91440" tIns="45720" rIns="91440" bIns="45720" anchor="t">
            <a:prstTxWarp prst="textNoShape">
              <a:avLst/>
            </a:prstTxWarp>
          </a:bodyPr>
          <a:lstStyle/>
          <a:p>
            <a:endParaRPr lang="zh-CN" altLang="en-US" sz="1800"/>
          </a:p>
        </p:txBody>
      </p:sp>
      <p:sp>
        <p:nvSpPr>
          <p:cNvPr id="10" name="Freeform 15"/>
          <p:cNvSpPr/>
          <p:nvPr/>
        </p:nvSpPr>
        <p:spPr bwMode="auto">
          <a:xfrm>
            <a:off x="8762210" y="25564"/>
            <a:ext cx="331788" cy="331788"/>
          </a:xfrm>
          <a:custGeom>
            <a:avLst/>
            <a:gdLst/>
            <a:ahLst/>
            <a:cxnLst/>
            <a:rect l="l" t="t" r="r" b="b"/>
            <a:pathLst>
              <a:path w="176" h="176">
                <a:moveTo>
                  <a:pt x="168" y="73"/>
                </a:moveTo>
                <a:cubicBezTo>
                  <a:pt x="176" y="81"/>
                  <a:pt x="176" y="95"/>
                  <a:pt x="168" y="103"/>
                </a:cubicBezTo>
                <a:cubicBezTo>
                  <a:pt x="104" y="168"/>
                  <a:pt x="104" y="168"/>
                  <a:pt x="104" y="168"/>
                </a:cubicBezTo>
                <a:cubicBezTo>
                  <a:pt x="95" y="176"/>
                  <a:pt x="82" y="176"/>
                  <a:pt x="73" y="168"/>
                </a:cubicBezTo>
                <a:cubicBezTo>
                  <a:pt x="9" y="103"/>
                  <a:pt x="9" y="103"/>
                  <a:pt x="9" y="103"/>
                </a:cubicBezTo>
                <a:cubicBezTo>
                  <a:pt x="0" y="95"/>
                  <a:pt x="0" y="81"/>
                  <a:pt x="9" y="73"/>
                </a:cubicBezTo>
                <a:cubicBezTo>
                  <a:pt x="73" y="8"/>
                  <a:pt x="73" y="8"/>
                  <a:pt x="73" y="8"/>
                </a:cubicBezTo>
                <a:cubicBezTo>
                  <a:pt x="82" y="0"/>
                  <a:pt x="95" y="0"/>
                  <a:pt x="104" y="8"/>
                </a:cubicBezTo>
                <a:lnTo>
                  <a:pt x="168" y="73"/>
                </a:lnTo>
                <a:close/>
              </a:path>
            </a:pathLst>
          </a:custGeom>
          <a:solidFill>
            <a:srgbClr val="061A21"/>
          </a:solidFill>
          <a:ln>
            <a:noFill/>
          </a:ln>
        </p:spPr>
        <p:txBody>
          <a:bodyPr vert="horz" wrap="square" lIns="91440" tIns="45720" rIns="91440" bIns="45720" anchor="t">
            <a:prstTxWarp prst="textNoShape">
              <a:avLst/>
            </a:prstTxWarp>
          </a:bodyPr>
          <a:lstStyle/>
          <a:p>
            <a:endParaRPr lang="zh-CN" altLang="en-US" sz="1800"/>
          </a:p>
        </p:txBody>
      </p:sp>
      <p:sp>
        <p:nvSpPr>
          <p:cNvPr id="11" name="Freeform 16"/>
          <p:cNvSpPr/>
          <p:nvPr/>
        </p:nvSpPr>
        <p:spPr bwMode="auto">
          <a:xfrm>
            <a:off x="8326675" y="232275"/>
            <a:ext cx="482600" cy="471488"/>
          </a:xfrm>
          <a:custGeom>
            <a:avLst/>
            <a:gdLst/>
            <a:ahLst/>
            <a:cxnLst/>
            <a:rect l="l" t="t" r="r" b="b"/>
            <a:pathLst>
              <a:path w="256" h="250">
                <a:moveTo>
                  <a:pt x="243" y="103"/>
                </a:moveTo>
                <a:cubicBezTo>
                  <a:pt x="150" y="9"/>
                  <a:pt x="150" y="9"/>
                  <a:pt x="150" y="9"/>
                </a:cubicBezTo>
                <a:cubicBezTo>
                  <a:pt x="144" y="3"/>
                  <a:pt x="136" y="0"/>
                  <a:pt x="128" y="0"/>
                </a:cubicBezTo>
                <a:cubicBezTo>
                  <a:pt x="120" y="0"/>
                  <a:pt x="112" y="3"/>
                  <a:pt x="105" y="9"/>
                </a:cubicBezTo>
                <a:cubicBezTo>
                  <a:pt x="12" y="103"/>
                  <a:pt x="12" y="103"/>
                  <a:pt x="12" y="103"/>
                </a:cubicBezTo>
                <a:cubicBezTo>
                  <a:pt x="0" y="115"/>
                  <a:pt x="0" y="135"/>
                  <a:pt x="12" y="147"/>
                </a:cubicBezTo>
                <a:cubicBezTo>
                  <a:pt x="105" y="241"/>
                  <a:pt x="105" y="241"/>
                  <a:pt x="105" y="241"/>
                </a:cubicBezTo>
                <a:cubicBezTo>
                  <a:pt x="112" y="247"/>
                  <a:pt x="120" y="250"/>
                  <a:pt x="128" y="250"/>
                </a:cubicBezTo>
                <a:cubicBezTo>
                  <a:pt x="136" y="250"/>
                  <a:pt x="144" y="247"/>
                  <a:pt x="150" y="241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56" y="135"/>
                  <a:pt x="256" y="115"/>
                  <a:pt x="243" y="103"/>
                </a:cubicBezTo>
                <a:close/>
              </a:path>
            </a:pathLst>
          </a:custGeom>
          <a:solidFill>
            <a:srgbClr val="189046"/>
          </a:solidFill>
          <a:ln>
            <a:noFill/>
          </a:ln>
        </p:spPr>
        <p:txBody>
          <a:bodyPr vert="horz" wrap="square" lIns="91440" tIns="45720" rIns="91440" bIns="45720" anchor="t">
            <a:prstTxWarp prst="textNoShape">
              <a:avLst/>
            </a:prstTxWarp>
          </a:bodyPr>
          <a:lstStyle/>
          <a:p>
            <a:endParaRPr lang="zh-CN" altLang="en-US" sz="1800"/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10"/>
          <a:srcRect l="30612" t="67482" r="20408" b="2227"/>
          <a:stretch/>
        </p:blipFill>
        <p:spPr>
          <a:xfrm>
            <a:off x="-43873" y="-6350"/>
            <a:ext cx="307248" cy="1888597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11"/>
          <a:srcRect l="34558" t="52934" r="36644" b="-2718"/>
          <a:stretch/>
        </p:blipFill>
        <p:spPr>
          <a:xfrm>
            <a:off x="-43873" y="1727202"/>
            <a:ext cx="304800" cy="2721593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1162594" y="19594"/>
            <a:ext cx="6853656" cy="6853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136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2" r:id="rId2"/>
    <p:sldLayoutId id="2147483665" r:id="rId3"/>
    <p:sldLayoutId id="2147483666" r:id="rId4"/>
    <p:sldLayoutId id="2147483667" r:id="rId5"/>
    <p:sldLayoutId id="2147483670" r:id="rId6"/>
    <p:sldLayoutId id="2147483669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Tema1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1" id="{91546475-AEBC-4EB2-BF9C-104D76DD8C20}" vid="{672B8370-8F3A-4F0E-9B6F-B762C608E4A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Tema1</Template>
  <TotalTime>84</TotalTime>
  <Words>0</Words>
  <Application>Microsoft Office PowerPoint</Application>
  <PresentationFormat>Presentación en pantalla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0</vt:i4>
      </vt:variant>
    </vt:vector>
  </HeadingPairs>
  <TitlesOfParts>
    <vt:vector size="4" baseType="lpstr">
      <vt:lpstr>宋体</vt:lpstr>
      <vt:lpstr>Arial</vt:lpstr>
      <vt:lpstr>Calibri</vt:lpstr>
      <vt:lpstr>Tema1</vt:lpstr>
    </vt:vector>
  </TitlesOfParts>
  <Company>company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Full name</dc:creator>
  <cp:lastModifiedBy>Full name</cp:lastModifiedBy>
  <cp:revision>66</cp:revision>
  <dcterms:created xsi:type="dcterms:W3CDTF">2025-11-21T02:47:36Z</dcterms:created>
  <dcterms:modified xsi:type="dcterms:W3CDTF">2026-04-26T21:02:29Z</dcterms:modified>
</cp:coreProperties>
</file>